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mango orchards in Bangladesh to use less poison and waste less fruit. Here is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happens in thousands of orchards every season. The farmer is not careless. He simply has no one to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problem is not the disease. It is the guessing. Farmers want to save their crop, but without the right answer, spraying everything feels like the only safe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extra spray ends up somewhere. In our water, in our soil, and in our food. The bees that visit mango flowers are hit hardest when spraying happens during flowering.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 waste is also an environmental problem. A thrown-away mango means wasted water, wasted land and wasted work. Finding disease early is the best way to save the harvest.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give the farmer this one answer, many problems start to solve themselves: less spraying, less waste and healthier orchards.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asking farmers to change everything. We are helping them make one better choice each time: treat only what is sick.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training is needed. If a farmer can take a photo, he can use AmropaliNet. Showing the sick part on the photo helps the farmer trust the answer, because he can see it with his own eyes.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answer is small. But thousands of small answers add up to a cleaner orchard, cleaner water and safer bees, season after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simple tool touches seven global goals. The strongest links are clean water, life on land and responsible production, because they come straight from spraying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farmer is the first to gain, but the whole village gains too: cleaner water, safer food and healthier nature around the orchard.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only an idea on paper. It already works, and you can try it now. Show the live app on a phone at this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our next steps, not features that exist today. Mangoes are our start. The same idea can protect many crops and much more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We are happy to show the live app and answer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97280"/>
            <a:ext cx="3840480" cy="3840480"/>
          </a:xfrm>
          <a:prstGeom prst="ellipse">
            <a:avLst/>
          </a:prstGeom>
          <a:solidFill>
            <a:srgbClr val="2A4C2F"/>
          </a:solidFill>
          <a:ln w="12700">
            <a:solidFill>
              <a:srgbClr val="2A4C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1920240"/>
            <a:ext cx="1371600" cy="13716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3566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HACKATHON · AIUB STUDENT GROUP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5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AmropaliNet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soil, water and bees with less pesticide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early. Spray less. Waste less.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Arpon · Oni · Md. Ibtihazzaman   |   Supervisor: Dr. Md. Saef Ullah Miah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FROM THE ORCHARD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farmer, one guess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in Rajshahi sees black spots on his mangoes.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90824" y="178308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65144" y="20574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5144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65144" y="274320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does not know which disease it is.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33008" y="178308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7328" y="20574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732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274320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he sprays the whole orchard, just in case.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075191" y="178308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9511" y="20574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49511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49511" y="274320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he sprays again. And again.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548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trees were never sick. Some sprays were the wrong ones.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problem is the guessing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Amrapali is Bangladesh's favourite everyday mango.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families depend on it for their income.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farmers cannot tell the diseases apart.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agriculture officer is rarely nearby.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farmers spray the whole orchard, again and again.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589520" y="1783080"/>
            <a:ext cx="4050792" cy="4206240"/>
          </a:xfrm>
          <a:prstGeom prst="roundRect">
            <a:avLst>
              <a:gd name="adj" fmla="val 2709"/>
            </a:avLst>
          </a:prstGeom>
          <a:solidFill>
            <a:srgbClr val="1F3A24"/>
          </a:solidFill>
          <a:ln w="12700">
            <a:solidFill>
              <a:srgbClr val="1F3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0" y="2011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32461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diseases attack Amrapali every season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3434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Anthracnose, bacterial canker, powdery mildew, scab, sooty mould and stem-end rot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NATURE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extra spraying does to nature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6126480"/>
                <a:gridCol w="496793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harms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chemicals wash into soil, ponds and groundwater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Fish, water life and village drinking water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Spraying while trees are flowering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Bees and insects that help mangoes grow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Spraying again and again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Diseases become harder to kill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Spraying without protection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health of farm families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 fruit found too late rots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Water, land, fuel and work are wasted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>
                    <a:lnL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spray ends up somewhere: in our water, our soil and our food.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detection means wasted food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disease is found late, it has already spread.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rots on the tree, in storage and on the way to market.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Rotting fruit releases greenhouse gases.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pay twice: for sprays they did not need and for fruit they cannot sell.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920240"/>
            <a:ext cx="4233672" cy="3566160"/>
          </a:xfrm>
          <a:prstGeom prst="roundRect">
            <a:avLst>
              <a:gd name="adj" fmla="val 3077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40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2926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rotten mango also wastes the water, land and work that grew it.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6888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7F5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disease is this, and what is the smallest treatment that works?"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976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do not have this one answer at the right moment. So they spray too much, lose fruit and hurt the land they depend on.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mango doctor in every farmer's pocket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1920240"/>
          </a:xfrm>
          <a:prstGeom prst="roundRect">
            <a:avLst>
              <a:gd name="adj" fmla="val 5714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21284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390824" y="1783080"/>
            <a:ext cx="2567864" cy="1920240"/>
          </a:xfrm>
          <a:prstGeom prst="roundRect">
            <a:avLst>
              <a:gd name="adj" fmla="val 5714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205740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592" y="221284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83464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phone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233008" y="1783080"/>
            <a:ext cx="2567864" cy="1920240"/>
          </a:xfrm>
          <a:prstGeom prst="roundRect">
            <a:avLst>
              <a:gd name="adj" fmla="val 5714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07328" y="205740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776" y="2212848"/>
            <a:ext cx="374904" cy="37490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07328" y="283464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and English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9075191" y="1783080"/>
            <a:ext cx="2567864" cy="1920240"/>
          </a:xfrm>
          <a:prstGeom prst="roundRect">
            <a:avLst>
              <a:gd name="adj" fmla="val 5714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49511" y="205740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959" y="2212848"/>
            <a:ext cx="374904" cy="37490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49511" y="283464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seconds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548640" y="4297680"/>
            <a:ext cx="3931920" cy="822960"/>
          </a:xfrm>
          <a:prstGeom prst="roundRect">
            <a:avLst>
              <a:gd name="adj" fmla="val 50000"/>
            </a:avLst>
          </a:prstGeom>
          <a:solidFill>
            <a:srgbClr val="E7E3D6"/>
          </a:solidFill>
          <a:ln w="12700">
            <a:solidFill>
              <a:srgbClr val="E7E3D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48640" y="42976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trike="sngStrike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just in case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4754880" y="4453128"/>
            <a:ext cx="914400" cy="512064"/>
          </a:xfrm>
          <a:prstGeom prst="rightArrow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943600" y="4297680"/>
            <a:ext cx="4572000" cy="8229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943600" y="4297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only what is sick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for the farmer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 of the mango.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38218" y="178308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2538" y="20574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checks that it really is a mango.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7797" y="178308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02117" y="20574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02117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if the mango is healthy or which disease it has.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006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the sick part on the photo.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38218" y="38862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2538" y="416052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253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12538" y="48006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simple steps, starting with the gentlest ones.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127797" y="38862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02117" y="416052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02117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02117" y="48006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a report to show an agriculture officer.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we protect the environment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needless spraying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15788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mango means no spray. Chemicals stay out of soil and water.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13243" y="178308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41843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041843" y="265176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wrong spraying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41843" y="3383280"/>
            <a:ext cx="15788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Sooty mould comes from insects, so fungicide alone only pollutes. We point to the real cause.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7846" y="178308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6446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306446" y="265176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bees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06446" y="3383280"/>
            <a:ext cx="15788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steps first: pruning, a clean orchard and neem oil, which is kinder to bees.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42449" y="178308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71049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7571049" y="265176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less food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71049" y="3383280"/>
            <a:ext cx="15788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stops disease spreading. Hot water treatment helps fruit last longer.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7052" y="178308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35652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9835652" y="265176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people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835652" y="3383280"/>
            <a:ext cx="15788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spraying means farm families breathe and touch fewer chemicals.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answer is small. Thousands of small answers make a cleaner orchard.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LINK TO THE SDGS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simple tool, seven global goals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215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14591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 · No Poverty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spend less and lose less fruit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79394" y="1783080"/>
            <a:ext cx="260215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7994" y="2011680"/>
            <a:ext cx="594360" cy="594360"/>
          </a:xfrm>
          <a:prstGeom prst="ellipse">
            <a:avLst/>
          </a:prstGeom>
          <a:solidFill>
            <a:srgbClr val="DDA63A"/>
          </a:solidFill>
          <a:ln w="12700">
            <a:solidFill>
              <a:srgbClr val="DDA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994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39514" y="2011680"/>
            <a:ext cx="14591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 · Zero Hunger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07994" y="27889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mangoes reach people's plates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0148" y="1783080"/>
            <a:ext cx="260215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8748" y="2011680"/>
            <a:ext cx="594360" cy="594360"/>
          </a:xfrm>
          <a:prstGeom prst="ellipse">
            <a:avLst/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8748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70268" y="2011680"/>
            <a:ext cx="14591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· Good Health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38748" y="27889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chemical contact for farm families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40901" y="1783080"/>
            <a:ext cx="260215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69501" y="2011680"/>
            <a:ext cx="594360" cy="594360"/>
          </a:xfrm>
          <a:prstGeom prst="ellipse">
            <a:avLst/>
          </a:prstGeom>
          <a:solidFill>
            <a:srgbClr val="26BDE2"/>
          </a:solidFill>
          <a:ln w="12700">
            <a:solidFill>
              <a:srgbClr val="26B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69501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01021" y="2011680"/>
            <a:ext cx="14591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6 · Clean Water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69501" y="278892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chemicals in ponds and groundwater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260215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BF8B2E"/>
          </a:solidFill>
          <a:ln w="12700">
            <a:solidFill>
              <a:srgbClr val="BF8B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160520"/>
            <a:ext cx="14591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· Responsible Production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93776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treatment, less food waste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79394" y="3931920"/>
            <a:ext cx="260215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07994" y="4160520"/>
            <a:ext cx="594360" cy="594360"/>
          </a:xfrm>
          <a:prstGeom prst="ellipse">
            <a:avLst/>
          </a:prstGeom>
          <a:solidFill>
            <a:srgbClr val="3F7E44"/>
          </a:solidFill>
          <a:ln w="12700">
            <a:solidFill>
              <a:srgbClr val="3F7E4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07994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339514" y="4160520"/>
            <a:ext cx="14591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 · Climate Action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607994" y="493776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rotting fruit, fewer wasted resources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10148" y="3931920"/>
            <a:ext cx="260215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8748" y="4160520"/>
            <a:ext cx="594360" cy="594360"/>
          </a:xfrm>
          <a:prstGeom prst="ellipse">
            <a:avLst/>
          </a:prstGeom>
          <a:solidFill>
            <a:srgbClr val="56C02B"/>
          </a:solidFill>
          <a:ln w="12700">
            <a:solidFill>
              <a:srgbClr val="56C0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38748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170268" y="4160520"/>
            <a:ext cx="14591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15 · Life on Land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38748" y="4937760"/>
            <a:ext cx="21449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bees and healthier soil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for people and for nature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03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5740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mango farmers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money and protect the harvest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2538" y="205740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842" y="22037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205740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workers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83464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contact with harmful chemicals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78308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02117" y="205740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1" y="22037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205740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83464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ponds and drinking water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30682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16052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who buy mangoes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377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with fewer chemicals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338218" y="38862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2538" y="4160520"/>
            <a:ext cx="640080" cy="640080"/>
          </a:xfrm>
          <a:prstGeom prst="ellipse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842" y="430682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35498" y="416052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 and wildlife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612538" y="49377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orchards to live in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8127797" y="38862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EAF1E1"/>
          </a:solidFill>
          <a:ln w="12700">
            <a:solidFill>
              <a:srgbClr val="EAF1E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02117" y="4160520"/>
            <a:ext cx="640080" cy="640080"/>
          </a:xfrm>
          <a:prstGeom prst="ellipse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421" y="4306824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25077" y="416052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officers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402117" y="49377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4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more farmers in less time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WILL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for real farmers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7830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</a:t>
            </a:r>
            <a:pPr indent="0" marL="0">
              <a:buNone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for poor farmers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24448" y="182880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8" y="19659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01688" y="17830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</a:t>
            </a:r>
            <a:pPr indent="0" marL="0">
              <a:buNone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photo, no typing needed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278892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74320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Bangla: </a:t>
            </a:r>
            <a:pPr indent="0" marL="0">
              <a:buNone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read it in their own language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6324448" y="278892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29260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101688" y="274320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anywhere: </a:t>
            </a:r>
            <a:pPr indent="0" marL="0">
              <a:buNone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 normal phone browser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8620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370332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</a:t>
            </a:r>
            <a:pPr indent="0" marL="0">
              <a:buNone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sick area, so farmers can trust it</a:t>
            </a:r>
            <a:endParaRPr lang="en-US" sz="1900" dirty="0"/>
          </a:p>
        </p:txBody>
      </p:sp>
      <p:sp>
        <p:nvSpPr>
          <p:cNvPr id="19" name="Shape 12"/>
          <p:cNvSpPr/>
          <p:nvPr/>
        </p:nvSpPr>
        <p:spPr>
          <a:xfrm>
            <a:off x="6324448" y="37490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608" y="388620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01688" y="370332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live: </a:t>
            </a:r>
            <a:pPr indent="0" marL="0">
              <a:buNone/>
            </a:pPr>
            <a:r>
              <a:rPr lang="en-US" sz="19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try it today</a:t>
            </a:r>
            <a:endParaRPr lang="en-US" sz="1900" dirty="0"/>
          </a:p>
        </p:txBody>
      </p:sp>
      <p:sp>
        <p:nvSpPr>
          <p:cNvPr id="22" name="Shape 14"/>
          <p:cNvSpPr/>
          <p:nvPr/>
        </p:nvSpPr>
        <p:spPr>
          <a:xfrm>
            <a:off x="548640" y="4983480"/>
            <a:ext cx="7863840" cy="777240"/>
          </a:xfrm>
          <a:prstGeom prst="roundRect">
            <a:avLst>
              <a:gd name="adj" fmla="val 4941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548640" y="4983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only an idea on paper. You can try it now.</a:t>
            </a:r>
            <a:endParaRPr lang="en-US" sz="200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plans for tomorrow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56816"/>
            <a:ext cx="256032" cy="256032"/>
          </a:xfrm>
          <a:prstGeom prst="ellipse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28800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advice in Bangla for farmers who cannot read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15184"/>
            <a:ext cx="256032" cy="256032"/>
          </a:xfrm>
          <a:prstGeom prst="ellipse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487168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use for villages with weak internet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73552"/>
            <a:ext cx="256032" cy="256032"/>
          </a:xfrm>
          <a:prstGeom prst="ellipse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145536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disease map that warns nearby farmers early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256032" cy="256032"/>
          </a:xfrm>
          <a:prstGeom prst="ellipse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803904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crops like litchi, guava and jackfruit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590288"/>
            <a:ext cx="256032" cy="256032"/>
          </a:xfrm>
          <a:prstGeom prst="ellipse">
            <a:avLst/>
          </a:prstGeom>
          <a:solidFill>
            <a:srgbClr val="E8891A"/>
          </a:solidFill>
          <a:ln w="12700">
            <a:solidFill>
              <a:srgbClr val="E889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4462272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agriculture offices to reach every mango district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Mangoes are our start. The same idea can protect many crops and much more land.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· Protecting soil, water and bees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731520"/>
            <a:ext cx="2011680" cy="2011680"/>
          </a:xfrm>
          <a:prstGeom prst="ellipse">
            <a:avLst/>
          </a:prstGeom>
          <a:solidFill>
            <a:srgbClr val="2A4C2F"/>
          </a:solidFill>
          <a:ln w="12700">
            <a:solidFill>
              <a:srgbClr val="2A4C2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1325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early. Spray less. Waste less.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7F5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orchards. Clean water. Safe bees. Less waste.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AmropaliNet helps farmers treat only what is sick, so nature gets room to recover, season after season.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4846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arponamit.55@gmail.com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AmropaliNet Pitch Deck</dc:title>
  <dc:subject>PptxGenJS Presentation</dc:subject>
  <dc:creator>AIUB Student Group</dc:creator>
  <cp:lastModifiedBy>AIUB Student Group</cp:lastModifiedBy>
  <cp:revision>1</cp:revision>
  <dcterms:created xsi:type="dcterms:W3CDTF">2026-09-30T10:59:04Z</dcterms:created>
  <dcterms:modified xsi:type="dcterms:W3CDTF">2026-09-30T10:59:04Z</dcterms:modified>
</cp:coreProperties>
</file>